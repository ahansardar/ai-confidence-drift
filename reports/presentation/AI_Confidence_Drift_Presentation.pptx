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E3A8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CE8DE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40–60%</c:v>
                  </c:pt>
                  <c:pt idx="1">
                    <c:v>60–80%</c:v>
                  </c:pt>
                  <c:pt idx="2">
                    <c:v>80–100%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63.5</c:v>
                </c:pt>
                <c:pt idx="1">
                  <c:v>90.1</c:v>
                </c:pt>
                <c:pt idx="2">
                  <c:v>93.3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ECE8DE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90A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2A2E3A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90A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0F14"/>
        </a:solidFill>
        <a:ln>
          <a:noFill/>
        </a:ln>
        <a:effectLst/>
      </c:spPr>
    </c:plotArea>
    <c:plotVisOnly val="1"/>
    <c:dispBlanksAs val="span"/>
  </c:chart>
  <c:spPr>
    <a:solidFill>
      <a:srgbClr val="0D0F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Score</c:v>
                </c:pt>
              </c:strCache>
            </c:strRef>
          </c:tx>
          <c:spPr>
            <a:solidFill>
              <a:srgbClr val="8890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CE8DE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A: no confidence
features</c:v>
                  </c:pt>
                  <c:pt idx="1">
                    <c:v>B: single-point
confidence</c:v>
                  </c:pt>
                  <c:pt idx="2">
                    <c:v>C: confidence-drift
features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0.253</c:v>
                </c:pt>
                <c:pt idx="1">
                  <c:v>0.443</c:v>
                </c:pt>
                <c:pt idx="2">
                  <c:v>0.483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E3A8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CE8DE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A: no confidence
features</c:v>
                  </c:pt>
                  <c:pt idx="1">
                    <c:v>B: single-point
confidence</c:v>
                  </c:pt>
                  <c:pt idx="2">
                    <c:v>C: confidence-drift
features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0.508</c:v>
                </c:pt>
                <c:pt idx="1">
                  <c:v>0.741</c:v>
                </c:pt>
                <c:pt idx="2">
                  <c:v>0.787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CE8DE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8890A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2A2E3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90A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0F14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8890A4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D0F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PRANAVX LABS  ·  AI/ML INTERNSHIP  ·  15-DAY RESEARCH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7589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0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Confidence Drift
</a:t>
            </a:r>
            <a:pPr indent="0" marL="0">
              <a:lnSpc>
                <a:spcPct val="102000"/>
              </a:lnSpc>
              <a:buNone/>
            </a:pPr>
            <a:r>
              <a:rPr lang="en-US" sz="5000" b="1" dirty="0">
                <a:solidFill>
                  <a:srgbClr val="E3A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461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i="1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to tell when a model's confidence can be trusted, and when it can't.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TRACE  ·  doc_00947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 flipV="1">
            <a:off x="8138160" y="1700146"/>
            <a:ext cx="676656" cy="610309"/>
          </a:xfrm>
          <a:prstGeom prst="line">
            <a:avLst/>
          </a:prstGeom>
          <a:noFill/>
          <a:ln w="27940">
            <a:solidFill>
              <a:srgbClr val="5FA8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14816" y="1700146"/>
            <a:ext cx="676656" cy="654966"/>
          </a:xfrm>
          <a:prstGeom prst="line">
            <a:avLst/>
          </a:prstGeom>
          <a:noFill/>
          <a:ln w="27940">
            <a:solidFill>
              <a:srgbClr val="5FA8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491472" y="1417320"/>
            <a:ext cx="676656" cy="937792"/>
          </a:xfrm>
          <a:prstGeom prst="line">
            <a:avLst/>
          </a:prstGeom>
          <a:noFill/>
          <a:ln w="27940">
            <a:solidFill>
              <a:srgbClr val="5FA8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68128" y="1417320"/>
            <a:ext cx="676656" cy="669851"/>
          </a:xfrm>
          <a:prstGeom prst="line">
            <a:avLst/>
          </a:prstGeom>
          <a:noFill/>
          <a:ln w="27940">
            <a:solidFill>
              <a:srgbClr val="5FA8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44784" y="2087171"/>
            <a:ext cx="676656" cy="1250389"/>
          </a:xfrm>
          <a:prstGeom prst="line">
            <a:avLst/>
          </a:prstGeom>
          <a:noFill/>
          <a:ln w="27940">
            <a:solidFill>
              <a:srgbClr val="5FA8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15300" y="2287595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2" name="Shape 10"/>
          <p:cNvSpPr/>
          <p:nvPr/>
        </p:nvSpPr>
        <p:spPr>
          <a:xfrm>
            <a:off x="8791956" y="1677286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3" name="Shape 11"/>
          <p:cNvSpPr/>
          <p:nvPr/>
        </p:nvSpPr>
        <p:spPr>
          <a:xfrm>
            <a:off x="9468612" y="2332252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4" name="Shape 12"/>
          <p:cNvSpPr/>
          <p:nvPr/>
        </p:nvSpPr>
        <p:spPr>
          <a:xfrm>
            <a:off x="10145268" y="1394460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21924" y="2064311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80292" y="3296412"/>
            <a:ext cx="82296" cy="82296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38160" y="3429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0.719  →  0.760  →  0.716  →  0.779  →  0.734  →  0.650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22960" y="5074920"/>
            <a:ext cx="10515600" cy="0"/>
          </a:xfrm>
          <a:prstGeom prst="line">
            <a:avLst/>
          </a:prstGeom>
          <a:noFill/>
          <a:ln w="12700">
            <a:solidFill>
              <a:srgbClr val="2A2E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303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Pranav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github.com/ahansardar/ai-confidence-drift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-54864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0" b="1" dirty="0">
                <a:solidFill>
                  <a:srgbClr val="17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isn't the same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correctness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461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Confident, and wrong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stay highly confident while producing an incorrect prediction, no internal warning sign.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5257800"/>
            <a:ext cx="630936" cy="388620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271016" y="5257800"/>
            <a:ext cx="630936" cy="388620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1952" y="5257800"/>
            <a:ext cx="630936" cy="777240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532888" y="5646420"/>
            <a:ext cx="630936" cy="388620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163824" y="5257800"/>
            <a:ext cx="630936" cy="388620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" y="523494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4" name="Shape 12"/>
          <p:cNvSpPr/>
          <p:nvPr/>
        </p:nvSpPr>
        <p:spPr>
          <a:xfrm>
            <a:off x="1248156" y="562356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5" name="Shape 13"/>
          <p:cNvSpPr/>
          <p:nvPr/>
        </p:nvSpPr>
        <p:spPr>
          <a:xfrm>
            <a:off x="1879092" y="523494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6" name="Shape 14"/>
          <p:cNvSpPr/>
          <p:nvPr/>
        </p:nvSpPr>
        <p:spPr>
          <a:xfrm>
            <a:off x="2510028" y="601218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7" name="Shape 15"/>
          <p:cNvSpPr/>
          <p:nvPr/>
        </p:nvSpPr>
        <p:spPr>
          <a:xfrm>
            <a:off x="3140964" y="562356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8" name="Shape 16"/>
          <p:cNvSpPr/>
          <p:nvPr/>
        </p:nvSpPr>
        <p:spPr>
          <a:xfrm>
            <a:off x="3753612" y="5216652"/>
            <a:ext cx="82296" cy="8229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29768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32461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Unstable across inputs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297680" y="384048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can swing across similar or repeated predictions, for reasons unrelated to correctness.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97680" y="5338204"/>
            <a:ext cx="630936" cy="616432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928616" y="5257800"/>
            <a:ext cx="630936" cy="696836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59552" y="5257800"/>
            <a:ext cx="630936" cy="777240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190488" y="5391807"/>
            <a:ext cx="630936" cy="643233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1424" y="5391807"/>
            <a:ext cx="630936" cy="482425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4820" y="5315344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28" name="Shape 26"/>
          <p:cNvSpPr/>
          <p:nvPr/>
        </p:nvSpPr>
        <p:spPr>
          <a:xfrm>
            <a:off x="4905756" y="5931776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29" name="Shape 27"/>
          <p:cNvSpPr/>
          <p:nvPr/>
        </p:nvSpPr>
        <p:spPr>
          <a:xfrm>
            <a:off x="5536692" y="523494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30" name="Shape 28"/>
          <p:cNvSpPr/>
          <p:nvPr/>
        </p:nvSpPr>
        <p:spPr>
          <a:xfrm>
            <a:off x="6167628" y="601218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31" name="Shape 29"/>
          <p:cNvSpPr/>
          <p:nvPr/>
        </p:nvSpPr>
        <p:spPr>
          <a:xfrm>
            <a:off x="6798564" y="5368947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32" name="Shape 30"/>
          <p:cNvSpPr/>
          <p:nvPr/>
        </p:nvSpPr>
        <p:spPr>
          <a:xfrm>
            <a:off x="7411212" y="5833084"/>
            <a:ext cx="82296" cy="8229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95528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32461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 with difficulty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955280" y="384048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problem gets harder, confidence usually drops, but does that always mean accuracy drops too? I tested it.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55280" y="5257800"/>
            <a:ext cx="630936" cy="194310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86216" y="5452110"/>
            <a:ext cx="630936" cy="155448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17152" y="5607558"/>
            <a:ext cx="630936" cy="136017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48088" y="5743575"/>
            <a:ext cx="630936" cy="136017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79024" y="5879592"/>
            <a:ext cx="630936" cy="155448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32420" y="5234940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42" name="Shape 40"/>
          <p:cNvSpPr/>
          <p:nvPr/>
        </p:nvSpPr>
        <p:spPr>
          <a:xfrm>
            <a:off x="8563356" y="5429250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43" name="Shape 41"/>
          <p:cNvSpPr/>
          <p:nvPr/>
        </p:nvSpPr>
        <p:spPr>
          <a:xfrm>
            <a:off x="9194292" y="5584698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44" name="Shape 42"/>
          <p:cNvSpPr/>
          <p:nvPr/>
        </p:nvSpPr>
        <p:spPr>
          <a:xfrm>
            <a:off x="9825228" y="5720715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45" name="Shape 43"/>
          <p:cNvSpPr/>
          <p:nvPr/>
        </p:nvSpPr>
        <p:spPr>
          <a:xfrm>
            <a:off x="10456164" y="5856732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68812" y="5993892"/>
            <a:ext cx="82296" cy="82296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 Overview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7432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0" b="1" dirty="0">
                <a:solidFill>
                  <a:srgbClr val="17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22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b="1" i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machine learning detect meaningful changes in an AI model’s confidence, and can those changes identify predictions that are likely unreliable?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10332720" cy="0"/>
          </a:xfrm>
          <a:prstGeom prst="line">
            <a:avLst/>
          </a:prstGeom>
          <a:noFill/>
          <a:ln w="12700">
            <a:solidFill>
              <a:srgbClr val="2A2E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69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E3A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(H1)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43484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features built from a confidence sequence, moving average, volatility, consecutive drops, predict unreliable predictions better than raw confidence alone, and much better than no confidence signal at all.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86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Tested, not assumed. Part of it held up, part of it didn't. See slide 09 and 11.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Question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-54864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0" b="1" dirty="0">
                <a:solidFill>
                  <a:srgbClr val="17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and dataset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6309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4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text classification: alt.atheism vs. soc.religion.christian</a:t>
            </a:r>
            <a:endParaRPr lang="en-US" sz="1450" dirty="0"/>
          </a:p>
          <a:p>
            <a:pPr marL="228600" indent="-2286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4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scikit-learn’s official 20 Newsgroups mirror (fetch_20newsgroups), public and documented</a:t>
            </a:r>
            <a:endParaRPr lang="en-US" sz="1450" dirty="0"/>
          </a:p>
          <a:p>
            <a:pPr marL="228600" indent="-2286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4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Picked on purpose: the two categories share overlapping vocabulary, so predictions aren’t trivially easy</a:t>
            </a:r>
            <a:endParaRPr lang="en-US" sz="1450" dirty="0"/>
          </a:p>
          <a:p>
            <a:pPr marL="228600" indent="-2286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4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footers and quoted text stripped from every post so the model can’t cheat off metadata</a:t>
            </a:r>
            <a:endParaRPr lang="en-US" sz="1450" dirty="0"/>
          </a:p>
          <a:p>
            <a:pPr marL="228600" indent="-2286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4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the newsgroup each post was actually published to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0116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1,754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 total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498080" y="3182112"/>
            <a:ext cx="3474720" cy="0"/>
          </a:xfrm>
          <a:prstGeom prst="line">
            <a:avLst/>
          </a:prstGeom>
          <a:noFill/>
          <a:ln w="9525">
            <a:solidFill>
              <a:srgbClr val="2A2E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0" y="33832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1,315 / 439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4069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 / test split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498080" y="4553712"/>
            <a:ext cx="3474720" cy="0"/>
          </a:xfrm>
          <a:prstGeom prst="line">
            <a:avLst/>
          </a:prstGeom>
          <a:noFill/>
          <a:ln w="9525">
            <a:solidFill>
              <a:srgbClr val="2A2E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0" y="47548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44% / 56%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5440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balance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two-model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classifier predicts and reports confidence. A second model learns when that confidence can be trusted.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554480" y="2377440"/>
            <a:ext cx="1810512" cy="496882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64992" y="2874322"/>
            <a:ext cx="1810512" cy="538288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75504" y="3412610"/>
            <a:ext cx="1810512" cy="414068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86016" y="3826678"/>
            <a:ext cx="1810512" cy="414068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96528" y="4240746"/>
            <a:ext cx="1810512" cy="331254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90472" y="2313432"/>
            <a:ext cx="128016" cy="12801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1325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58191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base classifier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Logistic Regression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00984" y="2810314"/>
            <a:ext cx="128016" cy="12801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16352" y="310292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359152" y="335895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confidence sequences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359152" y="376129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corruption levels per document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11496" y="3348602"/>
            <a:ext cx="128016" cy="12801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26864" y="236105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169664" y="261708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 drift features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169664" y="301941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stats, deltas, volatility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22008" y="3762670"/>
            <a:ext cx="128016" cy="12801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37376" y="405527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80176" y="431131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drift detector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980176" y="471364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unreliable predictions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732520" y="4176738"/>
            <a:ext cx="128016" cy="12801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47888" y="318918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790688" y="344521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experiments A/B/C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790688" y="384755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drift actually help?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543032" y="4507992"/>
            <a:ext cx="128016" cy="12801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058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601200" y="505663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report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601200" y="54589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calibration, errors, metrics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-54864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0" b="1" dirty="0">
                <a:solidFill>
                  <a:srgbClr val="17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CONFIDENCE-DRIFT SIMULATION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sequences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from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317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has no naturally repeated predictions, so I corrupt each test document at 6 levels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3A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(0% to 50% of words removed and shuffled)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re-classify it every time. Every confidence value is a real model output, nothing here is fabricated.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STAYED CONFIDENT, STAYED WRONG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4160520"/>
            <a:ext cx="1078992" cy="274320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19072" y="4434840"/>
            <a:ext cx="1078992" cy="438912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8064" y="4873752"/>
            <a:ext cx="1078992" cy="109728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77056" y="4709160"/>
            <a:ext cx="1078992" cy="274320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56048" y="4709160"/>
            <a:ext cx="1078992" cy="274320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" y="413766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6212" y="441198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4" name="Shape 12"/>
          <p:cNvSpPr/>
          <p:nvPr/>
        </p:nvSpPr>
        <p:spPr>
          <a:xfrm>
            <a:off x="2775204" y="4850892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5" name="Shape 13"/>
          <p:cNvSpPr/>
          <p:nvPr/>
        </p:nvSpPr>
        <p:spPr>
          <a:xfrm>
            <a:off x="3854196" y="496062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6" name="Shape 14"/>
          <p:cNvSpPr/>
          <p:nvPr/>
        </p:nvSpPr>
        <p:spPr>
          <a:xfrm>
            <a:off x="4933188" y="468630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7" name="Shape 15"/>
          <p:cNvSpPr/>
          <p:nvPr/>
        </p:nvSpPr>
        <p:spPr>
          <a:xfrm>
            <a:off x="5993892" y="4942332"/>
            <a:ext cx="82296" cy="8229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0292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0.943 → 0.938 → 0.930 → 0.928 → 0.933 → 0.928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86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DROPPED SHARPLY, STAYED CORRECT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V="1">
            <a:off x="640080" y="5900715"/>
            <a:ext cx="1078992" cy="203436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19072" y="5900715"/>
            <a:ext cx="1078992" cy="218322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2798064" y="5806440"/>
            <a:ext cx="1078992" cy="312597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77056" y="5806440"/>
            <a:ext cx="1078992" cy="223284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56048" y="6029724"/>
            <a:ext cx="1078992" cy="416796"/>
          </a:xfrm>
          <a:prstGeom prst="line">
            <a:avLst/>
          </a:prstGeom>
          <a:noFill/>
          <a:ln w="22225">
            <a:solidFill>
              <a:srgbClr val="5FA8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" y="6081292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26" name="Shape 24"/>
          <p:cNvSpPr/>
          <p:nvPr/>
        </p:nvSpPr>
        <p:spPr>
          <a:xfrm>
            <a:off x="1696212" y="5877855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27" name="Shape 25"/>
          <p:cNvSpPr/>
          <p:nvPr/>
        </p:nvSpPr>
        <p:spPr>
          <a:xfrm>
            <a:off x="2775204" y="6096177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54196" y="5783580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29" name="Shape 27"/>
          <p:cNvSpPr/>
          <p:nvPr/>
        </p:nvSpPr>
        <p:spPr>
          <a:xfrm>
            <a:off x="4933188" y="6006864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30" name="Shape 28"/>
          <p:cNvSpPr/>
          <p:nvPr/>
        </p:nvSpPr>
        <p:spPr>
          <a:xfrm>
            <a:off x="5993892" y="6405372"/>
            <a:ext cx="82296" cy="82296"/>
          </a:xfrm>
          <a:prstGeom prst="ellipse">
            <a:avLst/>
          </a:prstGeom>
          <a:solidFill>
            <a:srgbClr val="5FA8A0"/>
          </a:solidFill>
          <a:ln/>
        </p:spPr>
      </p:sp>
      <p:pic>
        <p:nvPicPr>
          <p:cNvPr id="31" name="Image 0" descr="C:\Users\User\AppData\Local\Temp\claude\F--ai-confidence-drift\f487a96d-3267-4a63-aba3-84222ccbdfca\scratchpad\deck\assets\drift_trajectories_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1234440"/>
            <a:ext cx="5212080" cy="521208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Confidence-Drift Simulation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-54864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0" b="1" dirty="0">
                <a:solidFill>
                  <a:srgbClr val="17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I engineered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features in total. I didn’t assume they’d all be useful, that’s what the experiments on slide 11 test.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2514600" cy="0"/>
          </a:xfrm>
          <a:prstGeom prst="line">
            <a:avLst/>
          </a:prstGeom>
          <a:noFill/>
          <a:ln w="25400">
            <a:solidFill>
              <a:srgbClr val="E3A8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048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 in time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26080"/>
            <a:ext cx="2514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prediction_margin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historical_accuracy_for_class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10712" y="2240280"/>
            <a:ext cx="2514600" cy="0"/>
          </a:xfrm>
          <a:prstGeom prst="line">
            <a:avLst/>
          </a:prstGeom>
          <a:noFill/>
          <a:ln w="25400">
            <a:solidFill>
              <a:srgbClr val="5FA8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10712" y="24048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10712" y="2926080"/>
            <a:ext cx="2514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confidence_diff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confidence_pct_change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rate_of_change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81344" y="2240280"/>
            <a:ext cx="2514600" cy="0"/>
          </a:xfrm>
          <a:prstGeom prst="line">
            <a:avLst/>
          </a:prstGeom>
          <a:noFill/>
          <a:ln w="25400">
            <a:solidFill>
              <a:srgbClr val="E3A8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81344" y="24048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 / history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81344" y="2926080"/>
            <a:ext cx="2514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moving_avg_confidence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moving_std_confidence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rolling_std_confidence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confidence_range_so_far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51976" y="2240280"/>
            <a:ext cx="2514600" cy="0"/>
          </a:xfrm>
          <a:prstGeom prst="line">
            <a:avLst/>
          </a:prstGeom>
          <a:noFill/>
          <a:ln w="25400">
            <a:solidFill>
              <a:srgbClr val="5FA8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51976" y="24048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51976" y="2926080"/>
            <a:ext cx="2514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consecutive_decreases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corruption_level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Engineering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VS. ACTUAL CORRECTNESS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higher confidence mean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accuracy?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28600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040880" y="2331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3A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93.3%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32004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in the 80–100% confidence bin (n = 60)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040880" y="3840480"/>
            <a:ext cx="3840480" cy="0"/>
          </a:xfrm>
          <a:prstGeom prst="line">
            <a:avLst/>
          </a:prstGeom>
          <a:noFill/>
          <a:ln w="9525">
            <a:solidFill>
              <a:srgbClr val="2A2E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40880" y="4023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63.5%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4663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in the 40–60% confidence bin (n = 156)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54864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is real, but not perfectly clean, see calibration next.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 vs. Accuracy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isn’t perfectly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trustworthy</a:t>
            </a:r>
            <a:endParaRPr lang="en-US" sz="2700" dirty="0"/>
          </a:p>
        </p:txBody>
      </p:sp>
      <p:pic>
        <p:nvPicPr>
          <p:cNvPr id="4" name="Image 0" descr="C:\Users\User\AppData\Local\Temp\claude\F--ai-confidence-drift\f487a96d-3267-4a63-aba3-84222ccbdfca\scratchpad\deck\assets\reliability_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4663440" cy="4023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3A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0.153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 Calibration Error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Brier Score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749040"/>
            <a:ext cx="5760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is a bit under-confident in the 0.6–0.9 range, accuracy there beats stated confidence.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bin (0.9–1.0, n=10) scores lower (80%) than the bin below it (96%). Likely small-sample noise, but a fair reminder that very high confidence isn’t a guarantee.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I built a separate detector instead of trusting raw confidence (slide 11).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Calibration Analysis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E3A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HIGH-CONFIDENCE ERROR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model is confident,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wrong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3A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96.3%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on a prediction that was still wrong (doc_00750)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786384" cy="737616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26464" y="4669536"/>
            <a:ext cx="786384" cy="67056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12848" y="4736592"/>
            <a:ext cx="786384" cy="914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36592"/>
            <a:ext cx="786384" cy="201168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785616" y="4870704"/>
            <a:ext cx="786384" cy="67056"/>
          </a:xfrm>
          <a:prstGeom prst="line">
            <a:avLst/>
          </a:prstGeom>
          <a:noFill/>
          <a:ln w="22225">
            <a:solidFill>
              <a:srgbClr val="E3A8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" y="390906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2" name="Shape 10"/>
          <p:cNvSpPr/>
          <p:nvPr/>
        </p:nvSpPr>
        <p:spPr>
          <a:xfrm>
            <a:off x="1403604" y="4646676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9988" y="4713732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4" name="Shape 12"/>
          <p:cNvSpPr/>
          <p:nvPr/>
        </p:nvSpPr>
        <p:spPr>
          <a:xfrm>
            <a:off x="2976372" y="4713732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5" name="Shape 13"/>
          <p:cNvSpPr/>
          <p:nvPr/>
        </p:nvSpPr>
        <p:spPr>
          <a:xfrm>
            <a:off x="3762756" y="4914900"/>
            <a:ext cx="45720" cy="45720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30852" y="4829556"/>
            <a:ext cx="82296" cy="82296"/>
          </a:xfrm>
          <a:prstGeom prst="ellipse">
            <a:avLst/>
          </a:prstGeom>
          <a:solidFill>
            <a:srgbClr val="E3A85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074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 stayed above 94% for all 6 steps, every single prediction was wrong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74920" y="2103120"/>
            <a:ext cx="0" cy="4206240"/>
          </a:xfrm>
          <a:prstGeom prst="line">
            <a:avLst/>
          </a:prstGeom>
          <a:noFill/>
          <a:ln w="12700">
            <a:solidFill>
              <a:srgbClr val="2A2E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0" y="21488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0000"/>
              </a:lnSpc>
              <a:spcAft>
                <a:spcPts val="1600"/>
              </a:spcAft>
              <a:buSzPct val="100000"/>
              <a:buChar char="–"/>
            </a:pPr>
            <a:r>
              <a:rPr lang="en-US" sz="140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of 439 step-0 predictions (22.8%) were high confidence (≥75%).</a:t>
            </a:r>
            <a:endParaRPr lang="en-US" sz="1400" dirty="0"/>
          </a:p>
          <a:p>
            <a:pPr marL="228600" indent="-228600">
              <a:lnSpc>
                <a:spcPct val="130000"/>
              </a:lnSpc>
              <a:spcAft>
                <a:spcPts val="1600"/>
              </a:spcAft>
              <a:buSzPct val="100000"/>
              <a:buChar char="–"/>
            </a:pPr>
            <a:r>
              <a:rPr lang="en-US" sz="140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of those 100 (6.0%) were still wrong.</a:t>
            </a:r>
            <a:endParaRPr lang="en-US" sz="1400" dirty="0"/>
          </a:p>
          <a:p>
            <a:pPr marL="228600" indent="-228600">
              <a:lnSpc>
                <a:spcPct val="130000"/>
              </a:lnSpc>
              <a:spcAft>
                <a:spcPts val="1600"/>
              </a:spcAft>
              <a:buSzPct val="100000"/>
              <a:buChar char="–"/>
            </a:pPr>
            <a:r>
              <a:rPr lang="en-US" sz="140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went the same direction: true label alt.atheism, predicted soc.religion.christian. My guess is these posts quote Christian scripture while arguing against it, and a TF-IDF/bigram model can’t tell that apart from someone writing as a believer. A reasonable explanation, not a proven one.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High-Confidence Errors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A / B / 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confidence drift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actually help?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331720"/>
          <a:ext cx="7040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0100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A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+0.230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30175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improvement, baseline (A) to drift features (C)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001000" y="3749040"/>
            <a:ext cx="3383280" cy="0"/>
          </a:xfrm>
          <a:prstGeom prst="line">
            <a:avLst/>
          </a:prstGeom>
          <a:noFill/>
          <a:ln w="9525">
            <a:solidFill>
              <a:srgbClr val="2A2E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39319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+0.279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4617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improvement, baseline (A) to drift features (C)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5394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measured. F1 of 0.48 still isn’t great in absolute terms though.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Experiments A / B / C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-54864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0" b="1" dirty="0">
                <a:solidFill>
                  <a:srgbClr val="17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8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SUMMARY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found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585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carries real signal, on average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rises from 63.5% to 93.3% across confidence bins.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 flipV="1">
            <a:off x="4480560" y="3190831"/>
            <a:ext cx="237744" cy="329609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718304" y="2795300"/>
            <a:ext cx="237744" cy="395531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956048" y="2465690"/>
            <a:ext cx="237744" cy="329609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193792" y="2267925"/>
            <a:ext cx="237744" cy="197766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431536" y="2103120"/>
            <a:ext cx="237744" cy="164805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0" y="1965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2585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...but isn’t perfectly calibrated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8036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of 0.153. 6% of high-confidence predictions are still wrong.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784080" y="2231967"/>
            <a:ext cx="237744" cy="257695"/>
          </a:xfrm>
          <a:prstGeom prst="line">
            <a:avLst/>
          </a:prstGeom>
          <a:noFill/>
          <a:ln w="19050">
            <a:solidFill>
              <a:srgbClr val="E3A8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0021824" y="2103120"/>
            <a:ext cx="237744" cy="386542"/>
          </a:xfrm>
          <a:prstGeom prst="line">
            <a:avLst/>
          </a:prstGeom>
          <a:noFill/>
          <a:ln w="19050">
            <a:solidFill>
              <a:srgbClr val="E3A85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59568" y="2103120"/>
            <a:ext cx="237744" cy="644236"/>
          </a:xfrm>
          <a:prstGeom prst="line">
            <a:avLst/>
          </a:prstGeom>
          <a:noFill/>
          <a:ln w="19050">
            <a:solidFill>
              <a:srgbClr val="E3A85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0497312" y="2231967"/>
            <a:ext cx="237744" cy="515389"/>
          </a:xfrm>
          <a:prstGeom prst="line">
            <a:avLst/>
          </a:prstGeom>
          <a:noFill/>
          <a:ln w="19050">
            <a:solidFill>
              <a:srgbClr val="E3A85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35056" y="2231967"/>
            <a:ext cx="237744" cy="1288473"/>
          </a:xfrm>
          <a:prstGeom prst="line">
            <a:avLst/>
          </a:prstGeom>
          <a:noFill/>
          <a:ln w="19050">
            <a:solidFill>
              <a:srgbClr val="E3A8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3159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drift alone is a weak predictor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93776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with final error is about 0.04. I tested this, didn’t just assume it.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80560" y="4160520"/>
            <a:ext cx="237744" cy="944880"/>
          </a:xfrm>
          <a:prstGeom prst="line">
            <a:avLst/>
          </a:prstGeom>
          <a:noFill/>
          <a:ln w="19050">
            <a:solidFill>
              <a:srgbClr val="8890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718304" y="4396740"/>
            <a:ext cx="237744" cy="708660"/>
          </a:xfrm>
          <a:prstGeom prst="line">
            <a:avLst/>
          </a:prstGeom>
          <a:noFill/>
          <a:ln w="19050">
            <a:solidFill>
              <a:srgbClr val="8890A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56048" y="4396740"/>
            <a:ext cx="237744" cy="944880"/>
          </a:xfrm>
          <a:prstGeom prst="line">
            <a:avLst/>
          </a:prstGeom>
          <a:noFill/>
          <a:ln w="19050">
            <a:solidFill>
              <a:srgbClr val="8890A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5193792" y="4632960"/>
            <a:ext cx="237744" cy="708660"/>
          </a:xfrm>
          <a:prstGeom prst="line">
            <a:avLst/>
          </a:prstGeom>
          <a:noFill/>
          <a:ln w="19050">
            <a:solidFill>
              <a:srgbClr val="8890A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31536" y="4632960"/>
            <a:ext cx="237744" cy="944880"/>
          </a:xfrm>
          <a:prstGeom prst="line">
            <a:avLst/>
          </a:prstGeom>
          <a:noFill/>
          <a:ln w="19050">
            <a:solidFill>
              <a:srgbClr val="8890A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43159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shape of the sequence helps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493776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and moving stats lifted F1 0.25→0.48, ROC-AUC 0.51→0.79.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 flipV="1">
            <a:off x="9784080" y="5320145"/>
            <a:ext cx="237744" cy="257695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021824" y="4933604"/>
            <a:ext cx="237744" cy="386542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259568" y="4675909"/>
            <a:ext cx="237744" cy="257695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10497312" y="4418215"/>
            <a:ext cx="237744" cy="257695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0735056" y="4160520"/>
            <a:ext cx="237744" cy="257695"/>
          </a:xfrm>
          <a:prstGeom prst="line">
            <a:avLst/>
          </a:prstGeom>
          <a:noFill/>
          <a:ln w="19050">
            <a:solidFill>
              <a:srgbClr val="5FA8A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Summary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what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I’d try next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6032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Sequences are simulated through text corruption, not naturally repeated real-world queries.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is modest (439 test documents), some bins have very few samples.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classes were studied, and only one base model architecture.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F1 of about 0.48 means it still misses or mislabels a fair number of predictions.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35040" y="2148840"/>
            <a:ext cx="2613" cy="2103120"/>
          </a:xfrm>
          <a:prstGeom prst="line">
            <a:avLst/>
          </a:prstGeom>
          <a:noFill/>
          <a:ln w="15875">
            <a:solidFill>
              <a:srgbClr val="2A2E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037653" y="2849880"/>
            <a:ext cx="2613" cy="1402080"/>
          </a:xfrm>
          <a:prstGeom prst="line">
            <a:avLst/>
          </a:prstGeom>
          <a:noFill/>
          <a:ln w="15875">
            <a:solidFill>
              <a:srgbClr val="2A2E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40265" y="2849880"/>
            <a:ext cx="2613" cy="2804160"/>
          </a:xfrm>
          <a:prstGeom prst="line">
            <a:avLst/>
          </a:prstGeom>
          <a:noFill/>
          <a:ln w="15875">
            <a:solidFill>
              <a:srgbClr val="2A2E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042878" y="3550920"/>
            <a:ext cx="2613" cy="2103120"/>
          </a:xfrm>
          <a:prstGeom prst="line">
            <a:avLst/>
          </a:prstGeom>
          <a:noFill/>
          <a:ln w="15875">
            <a:solidFill>
              <a:srgbClr val="2A2E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45490" y="3550920"/>
            <a:ext cx="2613" cy="2804160"/>
          </a:xfrm>
          <a:prstGeom prst="line">
            <a:avLst/>
          </a:prstGeom>
          <a:noFill/>
          <a:ln w="15875">
            <a:solidFill>
              <a:srgbClr val="2A2E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6048103" y="2499360"/>
            <a:ext cx="2613" cy="3855720"/>
          </a:xfrm>
          <a:prstGeom prst="line">
            <a:avLst/>
          </a:prstGeom>
          <a:noFill/>
          <a:ln w="15875">
            <a:solidFill>
              <a:srgbClr val="2A2E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50715" y="2499360"/>
            <a:ext cx="2613" cy="2453640"/>
          </a:xfrm>
          <a:prstGeom prst="line">
            <a:avLst/>
          </a:prstGeom>
          <a:noFill/>
          <a:ln w="15875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56032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different base model, like a neural text classifier, and see if drift features still help.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genuinely repeated real-world queries instead of synthetic corruption, where available.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calibration techniques like temperature scaling and re-check what the drift features add.</a:t>
            </a:r>
            <a:endParaRPr lang="en-US" sz="1250" dirty="0"/>
          </a:p>
          <a:p>
            <a:pPr marL="228600" indent="-2286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multi-class classification with richer margin and entropy features.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Limitations &amp; Future Scope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59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05840"/>
            <a:ext cx="8686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i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drift is useful,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i="1" dirty="0">
                <a:solidFill>
                  <a:srgbClr val="ECE8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look at its shape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697480"/>
            <a:ext cx="8778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lines up with correctness on average, but it isn’t something to trust blindly: 6% of high-confidence predictions were still wrong, and net drift barely predicted error on its own (correlation of about 0.04). A detector trained on the </a:t>
            </a:r>
            <a:pPr indent="0" marL="0">
              <a:lnSpc>
                <a:spcPct val="140000"/>
              </a:lnSpc>
              <a:buNone/>
            </a:pPr>
            <a:r>
              <a:rPr lang="en-US" sz="1450" i="1" dirty="0">
                <a:solidFill>
                  <a:srgbClr val="E3A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confidence sequence gave a real, measured improvement: F1 went from 0.25 to 0.48, ROC-AUC from 0.51 to 0.79.</a:t>
            </a:r>
            <a:endParaRPr lang="en-US" sz="1450" dirty="0"/>
          </a:p>
          <a:p>
            <a:pPr indent="0" marL="0">
              <a:lnSpc>
                <a:spcPct val="140000"/>
              </a:lnSpc>
              <a:buNone/>
            </a:pPr>
            <a:endParaRPr lang="en-US" sz="14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my answer is yes, with a condition I tested rather than assumed. There’s still real room to improve the detector, which feels like an honest place to end this.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9966960" y="1244867"/>
            <a:ext cx="310896" cy="1328286"/>
          </a:xfrm>
          <a:prstGeom prst="line">
            <a:avLst/>
          </a:prstGeom>
          <a:noFill/>
          <a:ln w="25400">
            <a:solidFill>
              <a:srgbClr val="5FA8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277856" y="1097280"/>
            <a:ext cx="310896" cy="1475874"/>
          </a:xfrm>
          <a:prstGeom prst="line">
            <a:avLst/>
          </a:prstGeom>
          <a:noFill/>
          <a:ln w="25400">
            <a:solidFill>
              <a:srgbClr val="5FA8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88752" y="1097280"/>
            <a:ext cx="310896" cy="4206240"/>
          </a:xfrm>
          <a:prstGeom prst="line">
            <a:avLst/>
          </a:prstGeom>
          <a:noFill/>
          <a:ln w="25400">
            <a:solidFill>
              <a:srgbClr val="5FA8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899648" y="3237297"/>
            <a:ext cx="310896" cy="2066223"/>
          </a:xfrm>
          <a:prstGeom prst="line">
            <a:avLst/>
          </a:prstGeom>
          <a:noFill/>
          <a:ln w="25400">
            <a:solidFill>
              <a:srgbClr val="5FA8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10544" y="3237297"/>
            <a:ext cx="310896" cy="1771048"/>
          </a:xfrm>
          <a:prstGeom prst="line">
            <a:avLst/>
          </a:prstGeom>
          <a:noFill/>
          <a:ln w="25400">
            <a:solidFill>
              <a:srgbClr val="5FA8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44100" y="1222007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1" name="Shape 9"/>
          <p:cNvSpPr/>
          <p:nvPr/>
        </p:nvSpPr>
        <p:spPr>
          <a:xfrm>
            <a:off x="10254996" y="2550294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5892" y="1074420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876788" y="5280660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87684" y="3214437"/>
            <a:ext cx="45720" cy="45720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80292" y="4967197"/>
            <a:ext cx="82296" cy="82296"/>
          </a:xfrm>
          <a:prstGeom prst="ellipse">
            <a:avLst/>
          </a:prstGeom>
          <a:solidFill>
            <a:srgbClr val="5FA8A0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" y="5257800"/>
            <a:ext cx="10515600" cy="0"/>
          </a:xfrm>
          <a:prstGeom prst="line">
            <a:avLst/>
          </a:prstGeom>
          <a:noFill/>
          <a:ln w="12700">
            <a:solidFill>
              <a:srgbClr val="2A2E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data, models, figures and the full research report: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806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3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github.com/ahansardar/ai-confidence-drift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2026-09-17T07:16:21Z</dcterms:created>
  <dcterms:modified xsi:type="dcterms:W3CDTF">2026-09-17T07:16:21Z</dcterms:modified>
</cp:coreProperties>
</file>