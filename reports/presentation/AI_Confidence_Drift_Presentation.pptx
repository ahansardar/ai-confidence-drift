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Arial"/>
              </a:rPr>
              <a:t>Accuracy by Confidence Bin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40-60%</c:v>
                  </c:pt>
                  <c:pt idx="1">
                    <c:v>60-80%</c:v>
                  </c:pt>
                  <c:pt idx="2">
                    <c:v>80-100%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63.5</c:v>
                </c:pt>
                <c:pt idx="1">
                  <c:v>90.1</c:v>
                </c:pt>
                <c:pt idx="2">
                  <c:v>93.3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Arial"/>
              </a:rPr>
              <a:t>Logistic Regression — Feature Set Comparison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Score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A: No confidence
features</c:v>
                  </c:pt>
                  <c:pt idx="1">
                    <c:v>B: Single-point
confidence</c:v>
                  </c:pt>
                  <c:pt idx="2">
                    <c:v>C: Confidence-drift
features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0.253</c:v>
                </c:pt>
                <c:pt idx="1">
                  <c:v>0.443</c:v>
                </c:pt>
                <c:pt idx="2">
                  <c:v>0.483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A: No confidence
features</c:v>
                  </c:pt>
                  <c:pt idx="1">
                    <c:v>B: Single-point
confidence</c:v>
                  </c:pt>
                  <c:pt idx="2">
                    <c:v>C: Confidence-drift
features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0.508</c:v>
                </c:pt>
                <c:pt idx="1">
                  <c:v>0.741</c:v>
                </c:pt>
                <c:pt idx="2">
                  <c:v>0.787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63380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657600" cy="3657600"/>
          </a:xfrm>
          <a:prstGeom prst="ellipse">
            <a:avLst/>
          </a:prstGeom>
          <a:solidFill>
            <a:srgbClr val="2633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PRANAVX LABS   |   AI/ML INTERNSHIP   |   15-DAY RESEARCH PROJECT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Confidence Drift Detection</a:t>
            </a:r>
            <a:endParaRPr lang="en-US" sz="4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Machine Learning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machine learning detect significant changes in an AI model’s confidence, and use those changes to identify potentially unreliable predictions?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43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 Artificial Intelligence &amp; Machine Learning   |   Project Type: AI/ML Research + Experimental Implementation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2636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github.com/ahansardar/ai-confidence-drift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 Not the Same as Correctness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reports 96% confidence can still be wrong. This project treats confidence itself as a signal to be tested — not trusted.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337560" cy="3383280"/>
          </a:xfrm>
          <a:prstGeom prst="roundRect">
            <a:avLst>
              <a:gd name="adj" fmla="val 3288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4688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— and wrong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97764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stay highly confident while producing an incorrect prediction, with no internal warning sign.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06240" y="2148840"/>
            <a:ext cx="3337560" cy="3383280"/>
          </a:xfrm>
          <a:prstGeom prst="roundRect">
            <a:avLst>
              <a:gd name="adj" fmla="val 3288"/>
            </a:avLst>
          </a:prstGeom>
          <a:solidFill>
            <a:srgbClr val="F4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24688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2004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 across inputs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97764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can swing significantly across similar or repeated predictions, without a clear cause.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863840" y="2148840"/>
            <a:ext cx="3337560" cy="3383280"/>
          </a:xfrm>
          <a:prstGeom prst="roundRect">
            <a:avLst>
              <a:gd name="adj" fmla="val 3288"/>
            </a:avLst>
          </a:prstGeom>
          <a:solidFill>
            <a:srgbClr val="F4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183880" y="24688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32004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 with difficulty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97764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problem gets harder, confidence often degrades — but does that always mean accuracy degrades too?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“Can machine learning detect significant changes in an AI model’s confidence, and use those changes to identify potentially unreliable predictions?”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3246120"/>
            <a:ext cx="10241280" cy="18288"/>
          </a:xfrm>
          <a:prstGeom prst="rect">
            <a:avLst/>
          </a:prstGeom>
          <a:solidFill>
            <a:srgbClr val="3B46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(H1)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features derived from a confidence sequence — moving average, volatility, consecutive decreases — predict unreliable predictions better than raw confidence alone, and far better than no confidence signal at all.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experimentally, not assumed — including where it does NOT hold (see Slide 9).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&amp; Hypothesis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&amp; Dataset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classifier trained on a public, documented benchmark — not a synthetic or fabricated dataset.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6126480" cy="3794760"/>
          </a:xfrm>
          <a:prstGeom prst="roundRect">
            <a:avLst>
              <a:gd name="adj" fmla="val 2892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Binary Text Classification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alt.atheism  vs.  soc.religion.christian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scikit-learn’s official 20 Newsgroups mirror (fetch_20newsgroups) — public and documented.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because the two classes share overlapping vocabulary, producing realistic, non-trivial confidence variation.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footers, and quotes stripped from every document to avoid trivial metadata leakage.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the newsgroup each post was published to — a measurable, objective label.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95160" y="192024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0" y="2057400"/>
            <a:ext cx="4206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1,754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877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total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95160" y="329184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3760" y="3429000"/>
            <a:ext cx="4206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1,315 / 439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593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 (stratified)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95160" y="466344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23760" y="4800600"/>
            <a:ext cx="4206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 / 56%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53309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Methodology: A Two-Model Pipeline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classifier makes predictions with confidence scores; a second model learns to judge when that confidence can be trusted.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1303020" y="2606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302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375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base classifier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11480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Logistic Regression learns the text-classification task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352044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79192" y="233172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F4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433572" y="2606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33572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62072" y="33375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confidence sequences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862072" y="411480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document re-classified at 6 corruption levels → real confidence history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352044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809744" y="233172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F4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5564124" y="2606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64124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992624" y="33375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 drift features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992624" y="411480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average, volatility, deltas, consecutive decreases, margin, …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803136" y="352044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940296" y="233172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23" name="Shape 21"/>
          <p:cNvSpPr/>
          <p:nvPr/>
        </p:nvSpPr>
        <p:spPr>
          <a:xfrm>
            <a:off x="7694676" y="260604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9467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123176" y="33375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drift detector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7123176" y="411480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model predicts whether a prediction is unreliable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933688" y="352044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070848" y="233172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F4F6FC"/>
          </a:solidFill>
          <a:ln/>
        </p:spPr>
      </p:sp>
      <p:sp>
        <p:nvSpPr>
          <p:cNvPr id="29" name="Shape 27"/>
          <p:cNvSpPr/>
          <p:nvPr/>
        </p:nvSpPr>
        <p:spPr>
          <a:xfrm>
            <a:off x="9825228" y="2606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2522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253728" y="33375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compare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253728" y="411480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Calibration, high-confidence errors, and A/B/C feature-set experiments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Real Confidence Sequences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has no naturally repeated predictions, so each test document is corrupted at 6 increasing levels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(0%→50% of words removed + shuffled)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re-classified at every level.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confidence value is a real predict_proba() output — none are fabricated or LLM-assigned, as the brief requires.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337560"/>
            <a:ext cx="5394960" cy="2651760"/>
          </a:xfrm>
          <a:prstGeom prst="roundRect">
            <a:avLst>
              <a:gd name="adj" fmla="val 3448"/>
            </a:avLst>
          </a:prstGeom>
          <a:solidFill>
            <a:srgbClr val="F4F6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520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same document, 6 steps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doc_00750 — confidence stays high, prediction stays WRONG: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0.963 → 0.952 → 0.951 → 0.951 → 0.948 → 0.949   (all incorrect)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09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doc_01280 — confidence drops sharply, prediction stays CORRECT: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83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A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0.889 → 0.771 → 0.778 → 0.682 → 0.842 → 0.651   (all correct)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486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net confidence drift alone does not reliably signal error (see Slide 9)</a:t>
            </a:r>
            <a:endParaRPr lang="en-US" sz="1050" dirty="0"/>
          </a:p>
        </p:txBody>
      </p:sp>
      <p:pic>
        <p:nvPicPr>
          <p:cNvPr id="12" name="Image 0" descr="F:\ai_confidence_drift\results\figures\example_drift_trajector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097280"/>
            <a:ext cx="5486400" cy="489204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Confidence-Drift Simulation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Features From Confidence History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features, tested — not assumed useful. Each uses only information available up to the current step (no leakage from future steps or the true label).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14600" cy="3429000"/>
          </a:xfrm>
          <a:prstGeom prst="roundRect">
            <a:avLst>
              <a:gd name="adj" fmla="val 4364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423160"/>
            <a:ext cx="777240" cy="256032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Point-in-time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1965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confidence, prediction_margin, historical_accuracy_for_class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19272" y="2148840"/>
            <a:ext cx="2514600" cy="3429000"/>
          </a:xfrm>
          <a:prstGeom prst="roundRect">
            <a:avLst>
              <a:gd name="adj" fmla="val 4364"/>
            </a:avLst>
          </a:prstGeom>
          <a:solidFill>
            <a:srgbClr val="F4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593592" y="2423160"/>
            <a:ext cx="777240" cy="256032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42316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28346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3383280"/>
            <a:ext cx="1965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confidence_diff, confidence_pct_change, rate_of_change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9904" y="2148840"/>
            <a:ext cx="2514600" cy="3429000"/>
          </a:xfrm>
          <a:prstGeom prst="roundRect">
            <a:avLst>
              <a:gd name="adj" fmla="val 4364"/>
            </a:avLst>
          </a:prstGeom>
          <a:solidFill>
            <a:srgbClr val="F4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364224" y="2423160"/>
            <a:ext cx="777240" cy="256032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64224" y="242316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8346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 / history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3383280"/>
            <a:ext cx="1965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moving_avg_confidence, moving_std_confidence, rolling_std_confidence, confidence_range_so_far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60536" y="2148840"/>
            <a:ext cx="2514600" cy="3429000"/>
          </a:xfrm>
          <a:prstGeom prst="roundRect">
            <a:avLst>
              <a:gd name="adj" fmla="val 4364"/>
            </a:avLst>
          </a:prstGeom>
          <a:solidFill>
            <a:srgbClr val="F4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9134856" y="2423160"/>
            <a:ext cx="777240" cy="256032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34856" y="242316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34856" y="28346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9134856" y="3383280"/>
            <a:ext cx="1965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consecutive_decreases, step, corruption_level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Confidence → Higher Accuracy (Mostly)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Binned on step-0 (uncorrupted, real-deployment) test predictions.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64008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269480" y="1874520"/>
            <a:ext cx="438912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98080" y="20116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63.5%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606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the 40–60% confidence bin (n=156)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69480" y="3310128"/>
            <a:ext cx="438912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98080" y="344728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93.3%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40416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the 80–100% confidence bin (n=60)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269480" y="4745736"/>
            <a:ext cx="4389120" cy="1234440"/>
          </a:xfrm>
          <a:prstGeom prst="roundRect">
            <a:avLst>
              <a:gd name="adj" fmla="val 7407"/>
            </a:avLst>
          </a:prstGeom>
          <a:solidFill>
            <a:srgbClr val="F4F6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98080" y="48828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&gt; 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0" y="54772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and accuracy are positively related, but not perfectly monotonic (Slide 9)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vs. Actual Correctness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Calibration: Confidence Isn’t Perfectly Trustworthy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 (ECE) and Brier Score measure the gap between stated confidence and observed accuracy.</a:t>
            </a:r>
            <a:endParaRPr lang="en-US" sz="1500" dirty="0"/>
          </a:p>
        </p:txBody>
      </p:sp>
      <p:pic>
        <p:nvPicPr>
          <p:cNvPr id="4" name="Image 0" descr="F:\ai_confidence_drift\results\figures\reliability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44805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57800" y="1783080"/>
            <a:ext cx="306324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0.153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2651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503920" y="1783080"/>
            <a:ext cx="306324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73252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0.125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2651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Score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57800" y="3337560"/>
            <a:ext cx="6309360" cy="2926080"/>
          </a:xfrm>
          <a:prstGeom prst="roundRect">
            <a:avLst>
              <a:gd name="adj" fmla="val 3125"/>
            </a:avLst>
          </a:prstGeom>
          <a:solidFill>
            <a:srgbClr val="F4F6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5204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reliability diagram shows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3977640"/>
            <a:ext cx="5760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is under-confident in the 0.6–0.9 range — observed accuracy exceeds stated confidence.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bin (0.9–1.0, n=10) shows lower accuracy (80%) than the 0.8–0.9 bin (96%) — likely small-sample noise, but a genuine reminder that very high confidence is not a guarantee.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Motivates a dedicated detector rather than trusting confidence at face value (Slide 11).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Analysis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HIGH-CONFIDENCE ERRORS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Model Is Confident — and Wrong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26338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4028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6.0%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29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high-confidence (≥75%) predictions were wrong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06240" y="21031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26338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434840" y="224028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100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3429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high-confidence predictions were incorrect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0" y="210312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2633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181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96.3%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3429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on a prediction that was still wrong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251960"/>
            <a:ext cx="10378440" cy="1874520"/>
          </a:xfrm>
          <a:prstGeom prst="roundRect">
            <a:avLst>
              <a:gd name="adj" fmla="val 4878"/>
            </a:avLst>
          </a:prstGeom>
          <a:solidFill>
            <a:srgbClr val="26338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43000" y="44805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pattern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892040"/>
            <a:ext cx="9692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high-confidence errors shared the same direction: true label alt.atheism, predicted soc.religion.christian — consistent with atheism-discussion posts that quote or reference Christian scripture/terminology, which a TF-IDF+bigram representation cannot distinguish from genuinely Christian-authored text. A plausible, inspectable cause — not proven causal.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High-Confidence Error Analysis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Confidence Drift Actually Help?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comparison, identical document-level train/test split, predicting whether a prediction is unreliable.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74980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874520"/>
            <a:ext cx="324612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49640" y="201168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+0.230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832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improvement: baseline (A) → drift features (C)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321040" y="4069080"/>
            <a:ext cx="3246120" cy="2103120"/>
          </a:xfrm>
          <a:prstGeom prst="roundRect">
            <a:avLst>
              <a:gd name="adj" fmla="val 4348"/>
            </a:avLst>
          </a:prstGeom>
          <a:solidFill>
            <a:srgbClr val="F4F6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49640" y="4206240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+0.279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56692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improvement: baseline (A) → drift features (C)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A / B / C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74920" cy="1965960"/>
          </a:xfrm>
          <a:prstGeom prst="roundRect">
            <a:avLst>
              <a:gd name="adj" fmla="val 5581"/>
            </a:avLst>
          </a:prstGeom>
          <a:solidFill>
            <a:srgbClr val="F4F6FC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08483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carries signal, on average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rises from 63.5% → 93.3% across confidence bins on real predictions.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52160" y="1828800"/>
            <a:ext cx="5074920" cy="1965960"/>
          </a:xfrm>
          <a:prstGeom prst="roundRect">
            <a:avLst>
              <a:gd name="adj" fmla="val 5581"/>
            </a:avLst>
          </a:prstGeom>
          <a:solidFill>
            <a:srgbClr val="F4F6FC"/>
          </a:solidFill>
          <a:ln/>
        </p:spPr>
      </p:sp>
      <p:sp>
        <p:nvSpPr>
          <p:cNvPr id="9" name="Shape 7"/>
          <p:cNvSpPr/>
          <p:nvPr/>
        </p:nvSpPr>
        <p:spPr>
          <a:xfrm>
            <a:off x="6126480" y="2103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08483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...but is not perfectly calibrated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7432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= 0.153; 6% of high-confidence predictions are still wrong.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5074920" cy="1965960"/>
          </a:xfrm>
          <a:prstGeom prst="roundRect">
            <a:avLst>
              <a:gd name="adj" fmla="val 5581"/>
            </a:avLst>
          </a:prstGeom>
          <a:solidFill>
            <a:srgbClr val="F4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27939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drift alone is a weak predictor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93776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between total confidence change and final error ≈ 0.04 — the naive assumption is rejected experimentally.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52160" y="4023360"/>
            <a:ext cx="5074920" cy="1965960"/>
          </a:xfrm>
          <a:prstGeom prst="roundRect">
            <a:avLst>
              <a:gd name="adj" fmla="val 5581"/>
            </a:avLst>
          </a:prstGeom>
          <a:solidFill>
            <a:srgbClr val="F4F6FC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4297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2648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427939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shape of the drift sequence helps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493776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Volatility, moving stats &amp; consecutive decreases lift unreliable-prediction detection: F1 0.25→0.48, ROC-AUC 0.51→0.79.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Summary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493776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965960"/>
            <a:ext cx="4754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sequences via text corruption, not naturally repeated real-world queries.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dataset size (439 test docs); some calibration bins (n=10) too small to be conclusive alone.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Two-class task only — may not generalize to multi-class settings.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base-model architecture (TF-IDF + Logistic Regression) studied.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drift detector F1 ≈ 0.48 — a real, improvable result, not a finished solution.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17920" y="128016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37960" y="1508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965960"/>
            <a:ext cx="4754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methodology on a neural text classifier to test whether the drift-feature advantage generalizes to different calibration behavior.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genuinely repeated real-world queries instead of synthetic corruption, where such data is available.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calibration techniques (temperature/Platt scaling) and re-test drift-feature value on a better-calibrated base model.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multi-class classification with richer margin/entropy features.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Scope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Drift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2633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drift is useful — when you look at its shape, not just its size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9692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8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correlates with correctness on average, but 6% of high-confidence predictions are still wrong and raw net drift barely predicts error (r≈0.04). A learned detector using the shape of the confidence sequence — volatility, moving statistics, consecutive decreases — delivers a real, measured improvement in flagging unreliable predictions: F1 0.25→0.48, ROC-AUC 0.51→0.79. The research question is answered affirmatively, with the qualification the brief asked for: drift is useful when characterized statistically, not assumed from its raw direction.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709160"/>
            <a:ext cx="10241280" cy="18288"/>
          </a:xfrm>
          <a:prstGeom prst="rect">
            <a:avLst/>
          </a:prstGeom>
          <a:solidFill>
            <a:srgbClr val="3B46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data, models, figures, and the full 18-section research report: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349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github.com/ahansardar/ai-confidence-drift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PranavX Labs AI/ML Internship — 15-Day Research Project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2026-09-17T07:03:24Z</dcterms:created>
  <dcterms:modified xsi:type="dcterms:W3CDTF">2026-09-17T07:03:24Z</dcterms:modified>
</cp:coreProperties>
</file>