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Arial"/>
              </a:rPr>
              <a:t>Accuracy by confidence bin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40-60%</c:v>
                  </c:pt>
                  <c:pt idx="1">
                    <c:v>60-80%</c:v>
                  </c:pt>
                  <c:pt idx="2">
                    <c:v>80-100%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63.5</c:v>
                </c:pt>
                <c:pt idx="1">
                  <c:v>90.1</c:v>
                </c:pt>
                <c:pt idx="2">
                  <c:v>93.3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Arial"/>
              </a:rPr>
              <a:t>Logistic Regression, by feature set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Score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A: no confidence
features</c:v>
                  </c:pt>
                  <c:pt idx="1">
                    <c:v>B: single-point
confidence</c:v>
                  </c:pt>
                  <c:pt idx="2">
                    <c:v>C: confidence-drift
features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0.253</c:v>
                </c:pt>
                <c:pt idx="1">
                  <c:v>0.443</c:v>
                </c:pt>
                <c:pt idx="2">
                  <c:v>0.483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8FA8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A: no confidence
features</c:v>
                  </c:pt>
                  <c:pt idx="1">
                    <c:v>B: single-point
confidence</c:v>
                  </c:pt>
                  <c:pt idx="2">
                    <c:v>C: confidence-drift
features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0.508</c:v>
                </c:pt>
                <c:pt idx="1">
                  <c:v>0.741</c:v>
                </c:pt>
                <c:pt idx="2">
                  <c:v>0.787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9595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3246120"/>
            <a:ext cx="4023360" cy="0"/>
          </a:xfrm>
          <a:prstGeom prst="line">
            <a:avLst/>
          </a:prstGeom>
          <a:noFill/>
          <a:ln w="254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PranavX Labs  |  AI/ML Internship  |  15-Day Research Project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776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research project on whether changes in a model's confidence, tracked across repeated predictions, can help identify unreliable predictions.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0350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Pranav  |  github.com/ahansardar/ai-confidence-drift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confidence alone isn't enough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90879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AI models give a confidence score along with their prediction. But confidence doesn't always mean the prediction is correct. In practice I've seen a few things happen: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10881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stay highly confident while still producing an incorrect prediction, with no obvious warning sign.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can be unstable across similar inputs, changing for reasons that have nothing to do with correctness.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problem gets harder, confidence usually drops. But does that always mean the model is getting things wrong? I wanted to actually test this instead of assuming it.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 Using Machine Learning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 and hypothesis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90879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“Can machine learning detect meaningful changes in an AI model's confidence, and can those changes be used to identify predictions that are likely unreliable?”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00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(H1):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118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features built from a confidence sequence (moving average, volatility, consecutive drops) predict unreliable predictions better than raw confidence alone, and much better than not using confidence at all.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846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tested this instead of assuming it. Part of it held up, part of it didn't (see slide 9 and 11).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 Using Machine Learning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and dataset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90879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6675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text classification: alt.atheism vs. soc.religion.christian</a:t>
            </a:r>
            <a:endParaRPr lang="en-US" sz="15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scikit-learn's official 20 Newsgroups mirror (fetch_20newsgroups), public and documented</a:t>
            </a:r>
            <a:endParaRPr lang="en-US" sz="15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picked these two categories because they share a lot of overlapping vocabulary, so predictions aren't trivially easy</a:t>
            </a:r>
            <a:endParaRPr lang="en-US" sz="15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footers and quoted text stripped from every post so the model can't cheat off metadata</a:t>
            </a:r>
            <a:endParaRPr lang="en-US" sz="15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is the newsgroup each post was actually published to</a:t>
            </a:r>
            <a:endParaRPr lang="en-US" sz="15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3931920" cy="1463040"/>
        </p:xfrm>
        <a:graphic>
          <a:graphicData uri="http://schemas.openxmlformats.org/drawingml/2006/table">
            <a:tbl>
              <a:tblPr/>
              <a:tblGrid>
                <a:gridCol w="2011680"/>
                <a:gridCol w="1920240"/>
              </a:tblGrid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documents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/ test split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 / 439 (stratified)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balance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44.4% / 55.6%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 Using Machine Learning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pipeline 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90879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base classifier (TF-IDF + Logistic Regression) on the text classification task</a:t>
            </a:r>
            <a:endParaRPr lang="en-US" sz="16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confidence sequences: re-classify each test document at 6 increasing corruption levels, so I get a real confidence history per document</a:t>
            </a:r>
            <a:endParaRPr lang="en-US" sz="16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drift features from each sequence (moving average, volatility, deltas, consecutive drops, margin, and more)</a:t>
            </a:r>
            <a:endParaRPr lang="en-US" sz="16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second model, the confidence drift detector, to predict whether a prediction is unreliable</a:t>
            </a:r>
            <a:endParaRPr lang="en-US" sz="16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everything: calibration, high-confidence errors, and a controlled A/B/C comparison of feature sets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 Using Machine Learning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confidence sequences come from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90879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doesn't naturally give repeated predictions, each document only appears once. So I generated a real sequence by corrupting each test document at 6 levels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(0% up to 50% of words removed and shuffled)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re-classifying it each time.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060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confidence value here is a real model output. None of these numbers are made up or LLM-assigned.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290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1: stayed confident, stayed wrong (doc_00750)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49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0.963  →  0.952  →  0.951  →  0.951  →  0.948  →  0.949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069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predictions incorrect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6177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2: confidence dropped a lot, stayed correct (doc_01280)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937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0.889  →  0.771  →  0.778  →  0.682  →  0.842  →  0.651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257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predictions correct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715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why net drift alone turned out to be a weak signal (slide 9).</a:t>
            </a:r>
            <a:endParaRPr lang="en-US" sz="1150" dirty="0"/>
          </a:p>
        </p:txBody>
      </p:sp>
      <p:pic>
        <p:nvPicPr>
          <p:cNvPr id="13" name="Image 0" descr="F:\ai_confidence_drift\results\figures\example_drift_trajectori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1325880"/>
            <a:ext cx="5394960" cy="48463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 Using Machine Learning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I engineered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90879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features in total, grouped below. I didn't assume they'd all be useful, that's what the experiments on slide 9 are for.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13816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in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confidence, prediction_margin, historical_accuracy_for_class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confidence_diff, confidence_pct_change, rate_of_change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 /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moving_avg_confidence, moving_std_confidence, rolling_std_confidence, confidence_range_so_far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consecutive_decreases, step, corruption_level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 Using Machine Learning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higher confidence mean higher accuracy?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90879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Binned on the step-0 (uncorrupted, real) test predictions.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874520"/>
          <a:ext cx="6309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223760" y="1874520"/>
            <a:ext cx="4343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rises from 63.5% (40-60% confidence) to 93.3% (80-100% confidence), so on average confidence does mean something.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predictions fall below 50%, because in a two-class model the winning class always gets at least half the probability.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isn't perfectly clean though, see the calibration numbers on the next slide.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 Using Machine Learning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Calibration: confidence isn't perfectly trustworthy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90879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pic>
        <p:nvPicPr>
          <p:cNvPr id="4" name="Image 0" descr="F:\ai_confidence_drift\results\figures\reliability_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371600"/>
            <a:ext cx="4480560" cy="4480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94960" y="14173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Calibration Error: 0.153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394960" y="1783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score: 0.125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2286000"/>
            <a:ext cx="5943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actually a bit under-confident in the 0.6-0.9 range, its accuracy there is higher than its stated confidence.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bin (0.9-1.0, only 10 samples) has lower accuracy (80%) than the 0.8-0.9 bin (96%). Could just be small-sample noise, but it's a fair reminder that very high confidence isn't a guarantee.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why I don't trust raw confidence on its own, and why I built a separate detector (slide 11).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 Using Machine Learning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model is confident and wrong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90879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out of 439 step-0 predictions (22.8%) were high confidence (75% or above).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of those 100 (6.0%) were still wrong.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case: the model was 96.3% confident and completely wrong.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high-confidence errors went the same direction: true label alt.atheism, predicted soc.religion.christian. My guess is that atheism posts often quote Christian scripture while arguing against it, and a TF-IDF/bigram model can't tell that apart from someone writing as a believer. This is a reasonable explanation from what I can see, not something I've proven.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 Using Machine Learning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confidence drift actually help?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90879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document-level train/test split every time. Task: predict whether a prediction is unreliable.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82880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818120" y="1828800"/>
            <a:ext cx="37490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improves by 0.230 going from A to C.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improves by 0.279 going from A to C.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real, measured improvement, not assumed. F1 of 0.48 still isn't great in absolute terms though, this is a meaningful step, not a solved problem.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 Using Machine Learning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found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90879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carries real signal on average: accuracy rises from 63.5% to 93.3% across confidence bins.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isn't perfectly calibrated: ECE of 0.153, and 6% of high-confidence predictions are still wrong.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confidence drift on its own is a weak predictor of error (correlation of about 0.04). I tested this assumption instead of taking it for granted, and it didn't hold.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drift sequence does help though: volatility, moving stats and consecutive drops lifted unreliable-prediction detection from F1 0.25 to 0.48, and ROC-AUC 0.51 to 0.79.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 Using Machine Learning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what I'd try next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90879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303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Sequences are simulated through text corruption, not naturally repeated real-world queries.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is modest in size (439 test documents), some bins have very few samples.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classes were studied.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base model architecture (TF-IDF + Logistic Regression) was tested.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detector's F1 of about 0.48 means it still misses or mislabels a fair number of predictions.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0" cy="448056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37960" y="1417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I'd try next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1828800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different base model, like a neural text classifier, and see if drift features still help.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genuinely repeated real-world queries instead of synthetic corruption, if that data becomes available.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calibration techniques like temperature scaling and see if that changes how much the drift features add.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this to multi-class classification with richer margin and entropy features.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 Using Machine Learning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17320"/>
            <a:ext cx="4023360" cy="0"/>
          </a:xfrm>
          <a:prstGeom prst="line">
            <a:avLst/>
          </a:prstGeom>
          <a:noFill/>
          <a:ln w="254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45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drift is useful, if you look at its shape and not just its size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9875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lines up with correctness on average, but it isn't something to trust blindly, 6% of high-confidence predictions were still wrong, and net drift barely predicted error on its own (correlation of about 0.04). A detector trained on the shape of the confidence sequence, its volatility, moving stats, and consecutive drops, gave a real, measured improvement: F1 went from 0.25 to 0.48, and ROC-AUC from 0.51 to 0.79.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my answer to the research question is yes, but with a condition I tested rather than assumed: confidence drift is useful when you look at its statistical shape, not just whether it went up or down. There's still real room to improve the detector, which I think is an honest place to end this project.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5212080"/>
            <a:ext cx="104241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394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data, models, figures and the full research report: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github.com/ahansardar/ai-confidence-drift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2026-09-17T07:10:12Z</dcterms:created>
  <dcterms:modified xsi:type="dcterms:W3CDTF">2026-09-17T07:10:12Z</dcterms:modified>
</cp:coreProperties>
</file>