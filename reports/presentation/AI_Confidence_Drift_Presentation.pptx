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40-60%</c:v>
                  </c:pt>
                  <c:pt idx="1">
                    <c:v>60-80%</c:v>
                  </c:pt>
                  <c:pt idx="2">
                    <c:v>80-100%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63.5</c:v>
                </c:pt>
                <c:pt idx="1">
                  <c:v>90.1</c:v>
                </c:pt>
                <c:pt idx="2">
                  <c:v>93.3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C9C9C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B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PranavX Labs  |  AI/ML Internship  |  15-Day Research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0574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Confidence Drift Detection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88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Using Machine Learning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329184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whether changes in a model’s confidence, tracked across repeated predictions, can help identify unreliable predictions.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Pranav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github.com/ahansardar/ai-confidence-drift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Confidence is not the same as correctness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reports 96% confidence can still be wrong. This project treats confidence as something to test, not something to trust automatically. In practice I saw three recurring issues: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Confident, and wrong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45059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stay highly confident while producing an incorrect prediction, with no internal warning sign.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Unstable across inputs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68503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can swing across similar or repeated predictions, for reasons unrelated to correctness.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Drift with difficulty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91947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problem gets harder, confidence usually drops. Does that always mean accuracy drops too? I tested this instead of assuming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Research question and hypothesis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0" cy="137160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6459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“Can machine learning detect meaningful changes in an AI model’s confidence, and can those changes be used to identify predictions that are likely unreliable?”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features built from a confidence sequence (moving average, volatility, consecutive drops) predict unreliable predictions better than raw confidence alone, and far better than no confidence signal at all.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experimentally, not assumed. Part of it held up, part of it did not (see slides 9 and 11).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 and dataset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text classification: alt.atheism vs. soc.religion.christian</a:t>
            </a:r>
            <a:endParaRPr lang="en-US" sz="14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scikit-learn’s official 20 Newsgroups mirror (fetch_20newsgroups), public and documented</a:t>
            </a:r>
            <a:endParaRPr lang="en-US" sz="14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the two categories share overlapping vocabulary, so predictions are not trivially easy</a:t>
            </a:r>
            <a:endParaRPr lang="en-US" sz="14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footers and quoted text stripped from every post to avoid metadata leakage</a:t>
            </a:r>
            <a:endParaRPr lang="en-US" sz="14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the newsgroup each post was actually published to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114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1,315 / 439 (stratified)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 / 55.6%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pipeline works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 the base classifier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618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on the text classification task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Generate confidence sequences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487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Re-classify each test document at 6 increasing corruption levels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 drift features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3558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average, volatility, deltas, consecutive drops,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 the confidence drift detector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224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predicting whether a prediction is unreliable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19472"/>
            <a:ext cx="10515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74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50932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high-confidence errors, and a controlled A/B/C comparison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CONFIDENCE-DRIFT SIMULATION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the confidence sequences come from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naturally repeated predictions, so I corrupt each test document at 6 levels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(0% up to 50% of words removed and shuffled)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re-classify it each time. Every confidence value is a real model output, none are fabricated.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doc_00750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(stayed confident, stayed wrong)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doc_01280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(dropped sharply, stayed correct)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0.771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0.682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0.651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623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drift alone turned out to be a weak signal for error, see slide 9.</a:t>
            </a:r>
            <a:endParaRPr lang="en-US" sz="1100" dirty="0"/>
          </a:p>
        </p:txBody>
      </p:sp>
      <p:pic>
        <p:nvPicPr>
          <p:cNvPr id="7" name="Image 0" descr="F:\ai_confidence_drift\results\figures\example_drift_trajecto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463040"/>
            <a:ext cx="5212080" cy="4160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55080" y="5669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Figure 1. Confidence trajectories for 12 test documents under increasing corruption. Green ends correct, red ends incorrect.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Features I engineered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 in total. I did not assume they would all be useful, that is what the experiments on slide 11 test.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in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confidence, prediction_margin, historical_accuracy_for_class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confidence_diff, confidence_pct_change, rate_of_change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/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moving_avg_confidence, moving_std_confidence, rolling_std_confidence,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confidence_range_so_far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consecutive_decreases, step, corruption_level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VS. ACTUAL CORRECTNESS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higher confidence mean higher accuracy?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7607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440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Figure 2. Accuracy by confidence bin, step-0 test predictions.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663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0" y="3794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rises with confidence, so confidence carries real signal. But the relationship is not perfectly clean, see calibration next.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Confidence is not perfectly calibrated</a:t>
            </a:r>
            <a:endParaRPr lang="en-US" sz="2700" dirty="0"/>
          </a:p>
        </p:txBody>
      </p:sp>
      <p:pic>
        <p:nvPicPr>
          <p:cNvPr id="4" name="Image 0" descr="F:\ai_confidence_drift\results\figures\reliabilit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434340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06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Figure 3. Reliability diagram, step-0 test predictions.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34924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Expected Calibration Error: 0.153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Brier score: 0.125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251460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bit under-confident in the 0.6-0.9 range, its accuracy there is higher than its stated confidence.</a:t>
            </a:r>
            <a:endParaRPr lang="en-US" sz="1350" dirty="0"/>
          </a:p>
          <a:p>
            <a:pPr marL="254000" indent="-2540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bin (0.9-1.0, only 10 samples) has lower accuracy (80%) than the bin below it (96%). Likely small-sample noise, but a fair reminder that very high confidence is not a guarantee.</a:t>
            </a:r>
            <a:endParaRPr lang="en-US" sz="1350" dirty="0"/>
          </a:p>
          <a:p>
            <a:pPr marL="254000" indent="-254000">
              <a:lnSpc>
                <a:spcPct val="130000"/>
              </a:lnSpc>
              <a:spcAft>
                <a:spcPts val="13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I built a separate detector rather than trusting raw confidence on its own (slide 11).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ERROR ANALYSIS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the model is confident, and wrong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of 439 step-0 predictions (22.8%) were high confidence, 75% or above.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those 100 (6.0%) were still wrong.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case: the model was 96.3% confident and completely wrong (doc_00750).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high-confidence errors went the same direction: true label alt.atheism, predicted soc.religion.christian. My guess is that these posts quote Christian scripture while arguing against it, and a TF-IDF/bigram model cannot tell that apart from someone writing as a believer. A reasonable explanation from what I can see, not something I have proven.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A / B / 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confidence drift actually help?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document-level train/test split throughout. Task: predict whether a prediction is unreliable.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675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(step, corruption level 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single-point confidence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confidence-drift 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8096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+0.230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improvement, A to 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063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+0.279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improvement, A to C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206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measured improvement. F1 of 0.48 still is not great in absolute terms though, this is a meaningful step, not a solved problem.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Logistic Regression results shown; Random Forest and Gradient Boosting gave comparable F1 (0.47-0.49) on the C feature set.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found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800"/>
              </a:spcAft>
              <a:buSzPct val="100000"/>
              <a:buChar char="–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carries real signal on average: accuracy rises from 63.5% to 93.3% across confidence bins.</a:t>
            </a:r>
            <a:endParaRPr lang="en-US" sz="1700" dirty="0"/>
          </a:p>
          <a:p>
            <a:pPr marL="254000" indent="-254000">
              <a:lnSpc>
                <a:spcPct val="130000"/>
              </a:lnSpc>
              <a:spcAft>
                <a:spcPts val="1800"/>
              </a:spcAft>
              <a:buSzPct val="100000"/>
              <a:buChar char="–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not perfectly calibrated: ECE of 0.153, and 6% of high-confidence predictions are still wrong.</a:t>
            </a:r>
            <a:endParaRPr lang="en-US" sz="1700" dirty="0"/>
          </a:p>
          <a:p>
            <a:pPr marL="254000" indent="-254000">
              <a:lnSpc>
                <a:spcPct val="130000"/>
              </a:lnSpc>
              <a:spcAft>
                <a:spcPts val="1800"/>
              </a:spcAft>
              <a:buSzPct val="100000"/>
              <a:buChar char="–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confidence drift alone is a weak predictor of error (correlation of about 0.04). I tested this assumption instead of taking it for granted, and it did not hold.</a:t>
            </a:r>
            <a:endParaRPr lang="en-US" sz="1700" dirty="0"/>
          </a:p>
          <a:p>
            <a:pPr marL="254000" indent="-254000">
              <a:lnSpc>
                <a:spcPct val="130000"/>
              </a:lnSpc>
              <a:spcAft>
                <a:spcPts val="1800"/>
              </a:spcAft>
              <a:buSzPct val="100000"/>
              <a:buChar char="–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drift sequence does help: volatility, moving stats and consecutive drops lifted unreliable-prediction detection from F1 0.25 to 0.48, and ROC-AUC 0.51 to 0.79.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Limitations and what I would try next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are simulated through text corruption, not naturally repeated real-world queries.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modest in size (439 test documents), some bins have very few samples.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classes were studied, and only one base model architecture.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F1 of about 0.48 means it still misses or mislabels a fair number of predictions.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0" cy="448056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would try next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different base model, like a neural text classifier, and see if drift features still help.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genuinely repeated real-world queries instead of synthetic corruption, if such data becomes available.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calibration techniques like temperature scaling and check whether that changes what the drift features add.</a:t>
            </a:r>
            <a:endParaRPr lang="en-US" sz="1300" dirty="0"/>
          </a:p>
          <a:p>
            <a:pPr marL="254000" indent="-254000">
              <a:lnSpc>
                <a:spcPct val="130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multi-class classification with richer margin and entropy features.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Drift Detection  ·  Pranav  ·  PranavX Labs AI/ML Internship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59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Confidence drift is useful, if you look at its shape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lines up with correctness on average, but it is not something to trust blindly. 6% of high-confidence predictions were still wrong, and net drift barely predicted error on its own (correlation of about 0.04). A detector trained on the </a:t>
            </a:r>
            <a:pPr indent="0" marL="0">
              <a:lnSpc>
                <a:spcPct val="140000"/>
              </a:lnSpc>
              <a:buNone/>
            </a:pPr>
            <a:r>
              <a:rPr lang="en-US" sz="16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confidence sequence, its volatility, moving statistics, and consecutive drops, gave a real, measured improvement: F1 went from 0.25 to 0.48, ROC-AUC from 0.51 to 0.79.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my answer to the research question is yes, with a condition I tested rather than assumed: confidence drift is useful when you look at its statistical shape, not just whether it went up or down. There is still real room to improve the detector, which I think is an honest place to end this project.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data, models, figures and the full research report: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03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github.com/ahansardar/ai-confidence-drift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2026-09-17T07:25:24Z</dcterms:created>
  <dcterms:modified xsi:type="dcterms:W3CDTF">2026-09-17T07:25:24Z</dcterms:modified>
</cp:coreProperties>
</file>